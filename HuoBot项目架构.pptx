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</a:rPr>
              <a:t>HuoBot 桌面机器人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AD7C0"/>
                </a:solidFill>
                <a:latin typeface="微软雅黑"/>
              </a:rPr>
              <a:t>项目架构文档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A5C36"/>
                </a:solidFill>
                <a:latin typeface="微软雅黑"/>
              </a:rPr>
              <a:t>Live2D 桌面宠物 | 语音识别 | 克隆音色 | AI Agent | Web 控制面板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一、整体架构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EchoBot 三层设计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HuoBot 参考 EchoBot 的三层架构设计：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108960" cy="146304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① 决策层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D5A4C"/>
                </a:solidFill>
                <a:latin typeface="微软雅黑"/>
              </a:rPr>
              <a:t>规则引擎 + 轻量LLM分类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D5A4C"/>
                </a:solidFill>
                <a:latin typeface="微软雅黑"/>
              </a:rPr>
              <a:t>判断意图，路由分发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108960" cy="1463040"/>
          </a:xfrm>
          <a:prstGeom prst="roundRect">
            <a:avLst/>
          </a:prstGeom>
          <a:solidFill>
            <a:srgbClr val="8F3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② 角色扮演层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D5A4C"/>
                </a:solidFill>
                <a:latin typeface="微软雅黑"/>
              </a:rPr>
              <a:t>纯净人设 · 快速回复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108960" cy="1463040"/>
          </a:xfrm>
          <a:prstGeom prst="round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③ Agent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D5A4C"/>
                </a:solidFill>
                <a:latin typeface="微软雅黑"/>
              </a:rPr>
              <a:t>工具调用 · 静默执行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▸ 用户输入（打字 / 按住空格说话）→ 决策层 → 角色扮演 或 Agent 执行 → 结果交角色汇报 → TTS语音 + Live2D动画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▸ 桌面窗口显示 + Web 面板同步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35040"/>
            <a:ext cx="11094415" cy="18288"/>
          </a:xfrm>
          <a:prstGeom prst="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二、目录结构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5486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D2219"/>
                </a:solidFill>
                <a:latin typeface="微软雅黑"/>
              </a:rPr>
              <a:t>D:\huohuo-desktop\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main.py              # 桌面端主程序入口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launcher.py          # 一键启动（语音引擎+桌面端）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server.py            # Web 控制面板 + API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config.py            # 全局配置（API/路径/人设）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providers.json       # 多模型 API Key 配置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speech.py            # 语音识别（录音+SenseVoice）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tts.py               # 语音合成（GPT-SoVITS + Edge TTS）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core/                # EchoBot 三层架构核心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decision.py      # 决策层：意图识别+路由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roleplay.py      # 角色扮演层：纯净人设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agent.py         # Agent Core：工具调用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provider.py      # 多模型 Provider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paths.py         # 路径工具（兼容打包）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└── audio.py         # 麦克风自动检测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5303520" cy="5486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ui/                  # 桌面窗口 + Live2D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window.py        # PyQt5 窗口（拖动/置顶）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live2d.html      # Live2D 渲染页面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├── libs/            # PIXI.js + Cubism SDK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└── assets/          # Live2D 模型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web/                 # Web 控制面板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219"/>
                </a:solidFill>
                <a:latin typeface="微软雅黑"/>
              </a:rPr>
              <a:t>│   └── panel.html       # 控制台界面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├── models/              # SenseVoice 语音识别模型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D2219"/>
                </a:solidFill>
                <a:latin typeface="微软雅黑"/>
              </a:rPr>
              <a:t>└── vosk-model-small-cn-0.22/  # 备用识别模型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三、决策层 (Decision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core/decision.py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作用：判断用户输入是"闲聊"还是"执行任务"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383280" cy="6400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快速指令匹配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D2219"/>
                </a:solidFill>
                <a:latin typeface="微软雅黑"/>
              </a:rPr>
              <a:t>打开计算器/记事本/浏览器 →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54480"/>
            <a:ext cx="3383280" cy="6400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规则引擎（正则）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19" y="2286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D2219"/>
                </a:solidFill>
                <a:latin typeface="微软雅黑"/>
              </a:rPr>
              <a:t>打开|搜索 → agent
你好|笑话 → roleplay
背诵|诗词 → roleplay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8" y="1554480"/>
            <a:ext cx="3383280" cy="6400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轻量LLM分类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8" y="2286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D2219"/>
                </a:solidFill>
                <a:latin typeface="微软雅黑"/>
              </a:rPr>
              <a:t>都不匹配时
让 DeepSeek 判断 agent/roleplay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路由模式（面板可切换）：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D2219"/>
                </a:solidFill>
                <a:latin typeface="微软雅黑"/>
              </a:rPr>
              <a:t>•  agent_first   Agent 优先（任务默认走Agent）
•  auto          自动决策
•  chat_only     纯聊天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四、角色扮演层 (Roleplay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core/roleplay.py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作用：以角色身份回复用户，像真人聊天。核心：纯净的 System Prompt，不含工具信息。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12080" cy="91440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GPT-SoVITS 开 → 藿藿（胆小软萌狐人少女）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914400"/>
          </a:xfrm>
          <a:prstGeom prst="round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GPT-SoVITS 关 → 纯AI（专业简洁助手）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实现方式：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5212080" cy="2377440"/>
          </a:xfrm>
          <a:prstGeom prst="round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roleplay_reply(user_text, history)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→ 拼接系统提示 + 最近对话历史
→ 调用 DeepSeek 生成回复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566160"/>
            <a:ext cx="5212080" cy="2377440"/>
          </a:xfrm>
          <a:prstGeom prst="round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roleplay_report(user_text, agent_result)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→ Agent 执行完任务后
→ 用角色语气向用户汇报结果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五、Agent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core/agent.py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作用：静默执行任务，调用工具，完成后交角色汇报。实现：DeepSeek 原生 Function Calling。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6858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5C36"/>
                </a:solidFill>
                <a:latin typeface="微软雅黑"/>
              </a:rPr>
              <a:t>search_web(查询词)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联网搜索返回结果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94960" cy="6858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5C36"/>
                </a:solidFill>
                <a:latin typeface="微软雅黑"/>
              </a:rPr>
              <a:t>open_app(程序名)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PowerShell 搜开始菜单打开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5394960" cy="6858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5C36"/>
                </a:solidFill>
                <a:latin typeface="微软雅黑"/>
              </a:rPr>
              <a:t>open_website(网站名)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74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打开常用网站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5394960" cy="6858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5C36"/>
                </a:solidFill>
                <a:latin typeface="微软雅黑"/>
              </a:rPr>
              <a:t>execute_command(命令)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43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执行系统命令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5394960" cy="6858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5C36"/>
                </a:solidFill>
                <a:latin typeface="微软雅黑"/>
              </a:rPr>
              <a:t>write_file(文件名,内容)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12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保存文件到桌面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5394960" cy="6858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A5C36"/>
                </a:solidFill>
                <a:latin typeface="微软雅黑"/>
              </a:rPr>
              <a:t>read_file(路径)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0807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读取本地文件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Function Calling 流程：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0312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LLM 收到用户请求
  → 决定调用哪个工具（JSON）
  → 执行工具
  → 结果返回给 LLM
  → LLM 决定继续或完成
  → 最终结果交角色层汇报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六、语音识别（SenseVoice）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speech.py + core/asr.py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方案：阿里 SenseVoice（本地离线，中文极准）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12080" cy="27432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A5C36"/>
                </a:solidFill>
                <a:latin typeface="微软雅黑"/>
              </a:rPr>
              <a:t>识别流程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用户按住空格
  → record_until_release 录音（sounddevice）
  → 空格松开 → 停止录音
  → SenseVoice 离线识别
  → 文本进入命令队列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2743200"/>
          </a:xfrm>
          <a:prstGeom prst="round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3419"/>
                </a:solidFill>
                <a:latin typeface="微软雅黑"/>
              </a:rPr>
              <a:t>VAD 语音活动检测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•  音量阈值判断说话起止
•  停嘴 1.5 秒自动结束
•  最长 15 秒强制结束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881360" cy="1097280"/>
          </a:xfrm>
          <a:prstGeom prst="round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麦克风自动检测（core/audio.py）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AD7C0"/>
                </a:solidFill>
                <a:latin typeface="微软雅黑"/>
              </a:rPr>
              <a:t>扫描所有输入设备 → 测试哪个能采到声音 → 自动选择可用设备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七、语音合成（TTS）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tts.py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方案：GPT-SoVITS（克隆音色）+ Edge TTS（备用）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12080" cy="20116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GPT-SoVITS 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→ 调 http://127.0.0.1:9880/tts
→ 用训练好的角色音色合成语音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2011680"/>
          </a:xfrm>
          <a:prstGeom prst="round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GPT-SoVITS 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AD7C0"/>
                </a:solidFill>
                <a:latin typeface="微软雅黑"/>
              </a:rPr>
              <a:t>→ Edge TTS（微软在线语音）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881360" cy="1645920"/>
          </a:xfrm>
          <a:prstGeom prst="round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3419"/>
                </a:solidFill>
                <a:latin typeface="微软雅黑"/>
              </a:rPr>
              <a:t>音色切换（控制面板）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→ 扫描整合包 GPT_weights_v2Pro + SoVITS_weights_v2Pro
→ 下拉选择已训练的角色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八、桌面窗口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ui/window.py + ui/live2d.html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技术：PyQt5 + QWebEngineView + PIXI.js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128016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5C36"/>
                </a:solidFill>
                <a:latin typeface="微软雅黑"/>
              </a:rP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无边框透明窗口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0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始终置顶，可拖动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66160" cy="128016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5C36"/>
                </a:solidFill>
                <a:latin typeface="微软雅黑"/>
              </a:rPr>
              <a:t>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1783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鼠标拖动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2240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任意位置拖拽窗口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645920"/>
            <a:ext cx="3566160" cy="128016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5C36"/>
                </a:solidFill>
                <a:latin typeface="微软雅黑"/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8" y="1783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Live2D 渲染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8" y="2240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PIXI.js + Cubism SDK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3566160" cy="128016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5C36"/>
                </a:solidFill>
                <a:latin typeface="微软雅黑"/>
              </a:rPr>
              <a:t>⌨️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46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打字输入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底部输入框回车发送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108960"/>
            <a:ext cx="3566160" cy="128016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5C36"/>
                </a:solidFill>
                <a:latin typeface="微软雅黑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3246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字幕显示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9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自适应，持续到语音结束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8" y="3108960"/>
            <a:ext cx="3566160" cy="128016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8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5C36"/>
                </a:solidFill>
                <a:latin typeface="微软雅黑"/>
              </a:rP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38" y="3246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219"/>
                </a:solidFill>
                <a:latin typeface="微软雅黑"/>
              </a:rPr>
              <a:t>情绪状态灯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38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待机/聆听/思考/说话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20640"/>
            <a:ext cx="10881360" cy="1097280"/>
          </a:xfrm>
          <a:prstGeom prst="round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JS ↔ Python 通信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D7C0"/>
                </a:solidFill>
                <a:latin typeface="微软雅黑"/>
              </a:rPr>
              <a:t>通过 document.title 变化传递指令 · 输入文字 → title 标记 → Python 收到 · 空格按键 → title 标记 → Python 收到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九、Web 控制面板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server.py + web/panel.html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D5A4C"/>
                </a:solidFill>
                <a:latin typeface="微软雅黑"/>
              </a:rPr>
              <a:t>技术：FastAPI + uvicorn（内嵌主进程）· 实现：HTTP 轮询（定期拉取 /api/state 和 /api/logs）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A5C36"/>
                </a:solidFill>
                <a:latin typeface="微软雅黑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系统状态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语音引擎/AI大脑/运行时间/消息数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661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A5C36"/>
                </a:solidFill>
                <a:latin typeface="微软雅黑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828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实时日志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286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对话和Agent执行过程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645920"/>
            <a:ext cx="35661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A5C36"/>
                </a:solidFill>
                <a:latin typeface="微软雅黑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8" y="1828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对话记录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8" y="22860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聊天历史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5661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A5C36"/>
                </a:solidFill>
                <a:latin typeface="微软雅黑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设置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40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GPT-SoVITS语音开关/音色切换/路由模式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200400"/>
            <a:ext cx="35661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A5C36"/>
                </a:solidFill>
                <a:latin typeface="微软雅黑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AI模型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3840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DeepSeek/Kimi/豆包等切换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8" y="3200400"/>
            <a:ext cx="35661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8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CA5C36"/>
                </a:solidFill>
                <a:latin typeface="微软雅黑"/>
              </a:rPr>
              <a:t>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8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Live2D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8" y="3840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D5A4C"/>
                </a:solidFill>
                <a:latin typeface="微软雅黑"/>
              </a:rPr>
              <a:t>模型预览和切换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十、多模型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core/provider.py + providers.json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D5A4C"/>
                </a:solidFill>
                <a:latin typeface="微软雅黑"/>
              </a:rPr>
              <a:t>支持的模型：DeepSeek / Kimi / 豆包 / 通义千问 / 智谱GLM / OpenAI / OpenRouter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DeepSeek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Kimi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豆包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通义千问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智谱GLM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828800"/>
            <a:ext cx="1463040" cy="73152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OpenRouter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2219"/>
                </a:solidFill>
                <a:latin typeface="微软雅黑"/>
              </a:rPr>
              <a:t>实现方式：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D2219"/>
                </a:solidFill>
                <a:latin typeface="微软雅黑"/>
              </a:rPr>
              <a:t>•  providers.json 存各模型 base_url 和 key
•  provider.py 读取当前激活模型
•  面板切换时热更新客户端
•  所有模型走 OpenAI 兼容接口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十一、数据流（完整链路）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01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AD7C0"/>
                </a:solidFill>
                <a:latin typeface="微软雅黑"/>
              </a:rPr>
              <a:t>场景：用户说"打开QQ音乐"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第1步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按住空格说话
SenseVoice 识别
→ "帮我打开QQ音乐"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6304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08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第2步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74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进入命令队列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08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第3步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74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决策层判断
→ agent (open_app)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46304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508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第4步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874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Agent Core 收到
"打开QQ音乐"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46304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508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第5步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874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LLM 选择工具
open_app("QQ音乐")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第6步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PowerShell 搜开始菜单
→ 启动 QQ音乐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01752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第7步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4290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Agent 返回
"QQ音乐已打开"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01752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第8步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4290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角色层用藿藿语气汇报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01752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第9步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4290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TTS 合成
藿藿语音播放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017520"/>
            <a:ext cx="2194560" cy="1371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A5C36"/>
                </a:solidFill>
                <a:latin typeface="微软雅黑"/>
              </a:rPr>
              <a:t>第10步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4290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D2219"/>
                </a:solidFill>
                <a:latin typeface="微软雅黑"/>
              </a:rPr>
              <a:t>Live2D 嘴动 + 字幕
+ 面板日志记录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十二、配置文件说明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3657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A5C36"/>
                </a:solidFill>
                <a:latin typeface="微软雅黑"/>
              </a:rPr>
              <a:t>config.py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SOVITS_BASE      GPT-SoVITS 整合包路径
TTS_REF_AUDIO    参考音频路径
WAKE_WORDS       唤醒词（已停用）
VAD_THRESHOLD    语音检测阈值
WINDOW_*         窗口参数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212080" cy="3657600"/>
          </a:xfrm>
          <a:prstGeom prst="round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8F3419"/>
                </a:solidFill>
                <a:latin typeface="微软雅黑"/>
              </a:rPr>
              <a:t>providers.json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current          当前激活模型
models           各模型 base_url / model / 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十三、启动流程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3657600"/>
          </a:xfrm>
          <a:prstGeom prst="round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A5C36"/>
                </a:solidFill>
                <a:latin typeface="微软雅黑"/>
              </a:rPr>
              <a:t>huohuo.bat / launcher.py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1. 启动 GPT-SoVITS 语音引擎（后台）
2. 等待语音引擎就绪
3. 启动桌面端 main.py（内含控制面板）
4. 打印控制面板地址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212080" cy="3657600"/>
          </a:xfrm>
          <a:prstGeom prst="roundRect">
            <a:avLst/>
          </a:prstGeom>
          <a:solidFill>
            <a:srgbClr val="EA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8F3419"/>
                </a:solidFill>
                <a:latin typeface="微软雅黑"/>
              </a:rP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2219"/>
                </a:solidFill>
                <a:latin typeface="微软雅黑"/>
              </a:rPr>
              <a:t>1. 启动 Live2D HTTP 服务（18666）
2. 启动控制面板服务（18688）
3. 创建桌面窗口
4. 加载 SenseVoice
5. 启用空格监听
6. 进入 Qt 事件循环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十四、端口说明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011680" cy="10972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18666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D2219"/>
                </a:solidFill>
                <a:latin typeface="微软雅黑"/>
              </a:rPr>
              <a:t>Live2D 资源服务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57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D5A4C"/>
                </a:solidFill>
                <a:latin typeface="微软雅黑"/>
              </a:rPr>
              <a:t>桌面窗口内嵌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2011680" cy="10972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18688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71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D2219"/>
                </a:solidFill>
                <a:latin typeface="微软雅黑"/>
              </a:rPr>
              <a:t>控制面板 Web 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429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D5A4C"/>
                </a:solidFill>
                <a:latin typeface="微软雅黑"/>
              </a:rPr>
              <a:t>浏览器访问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2011680" cy="1097280"/>
          </a:xfrm>
          <a:prstGeom prst="roundRect">
            <a:avLst/>
          </a:prstGeom>
          <a:solidFill>
            <a:srgbClr val="C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9880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343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D2219"/>
                </a:solidFill>
                <a:latin typeface="微软雅黑"/>
              </a:rPr>
              <a:t>GPT-SoVITS 语音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00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D5A4C"/>
                </a:solidFill>
                <a:latin typeface="微软雅黑"/>
              </a:rPr>
              <a:t>克隆音色合成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D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557784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谢谢观看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09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AD7C0"/>
                </a:solidFill>
                <a:latin typeface="微软雅黑"/>
              </a:rPr>
              <a:t>HuoBot 桌面机器人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